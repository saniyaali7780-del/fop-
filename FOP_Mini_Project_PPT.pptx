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29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bf509f58c_5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bf509f58c_5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bf509f58c_5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bf509f58c_5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bf509f58c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bf509f58c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bf509f58c_1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bf509f58c_1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bf509f58c_1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bf509f58c_1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bf509f58c_1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bf509f58c_1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bf509f58c_1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bf509f58c_1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bf509f58c_1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bf509f58c_1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bf509f58c_2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bf509f58c_2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bf509f58c_1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bf509f58c_1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bf509f58c_24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bf509f58c_24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almost right , just centre the text after team and the names anf generate a slide not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descr="almost right but keep the parapgraphs as seperate paragrap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38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descr="&quot;Objectives                                         The main objectives of this project are:&#10;&#10;To understand string manipulation in C&#10;&#10;To implement arrays and loops&#10;&#10;To use random number generation&#10;&#10;To apply conditional statements effectively&#10;&#10;To practice modular programming using functions&#10;&#10;To enhance logical thinking through game development&quot; maintain the theme only replace the text with thi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"/>
            <a:ext cx="9399151" cy="5295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descr="&quot;Methodology&#10;&#10;The project was developed using a structured and modular approach.&#10;&#10;First, required header files were included and constants were defined using macros. A menu-driven structure was implemented using an infinite loop and switch statement.&#10;&#10;Random words were selected using rand() and srand(time(NULL)). Separate functions were created for each game to maintain modularity and improve readability.&quot; maintain theme just replace the text with this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37" y="-83188"/>
            <a:ext cx="9210675" cy="5386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descr="&quot;Functions Used&#10;&#10;The program is divided into multiple functions:&#10;&#10;scrambleWord() – Scrambles letters of the selected word&#10;&#10;play_scramble() – Implements Word Scramble logic&#10;&#10;display_hangman() – Displays hangman ASCII graphics&#10;&#10;play_hangman() – Implements Hangman game logic&#10;&#10;main() – Controls menu and program flow&#10;&#10;This modular structure improves clarity, reusability, and maintainability.&quot; maintain theme just replace the text with thi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38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 descr="&quot;Technical Implementation&#10;&#10;The project uses several important C concepts:&#10;&#10;Header files:&#10;&#10;stdio.h – Used for input and output functions like printf() and scanf().&#10;&#10;stdlib.h – Provides functions for memory allocation, random number generation (rand()), and program termination (exit()).&#10;&#10;string.h – Used for string handling functions such as strcpy(), strcmp(), and strlen().&#10;&#10;ctype.h – Used for character handling functions like isalpha() and toupper().&#10;&#10;time.h – Used to generate different random values by seeding srand() with the current time.&#10;&#10;String functions: strcpy(), strcmp(), strlen()&#10;&#10;Randomization: rand(), srand(time(NULL))&#10;&#10;Character validation: isalpha(), toupper()&#10;&#10;Control structures: loops, if-else, switch-case&#10;&#10;Macros for defining constants&quot;maintain theme just replace the text&#10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 rotWithShape="1">
          <a:blip r:embed="rId3">
            <a:alphaModFix/>
          </a:blip>
          <a:srcRect l="29" r="19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descr="&quot;Game Logic – Hangman&#10;&#10;A random country name is selected.&#10;&#10;Letters are replaced with underscores.&#10;&#10;The user gets 6 attempts.&#10;&#10;The user can guess a letter or the full word.&#10;&#10;Incorrect guesses reduce attempts and update the hangman drawing.&#10;&#10;The game ends when:&#10;&#10;The word is guessed, or&#10;&#10;The attempts reach zero.&#10;&#10;ASCII art is used to visually represent progress.&#10;&quot;maintain theme, just replace the text with this and keep the hangman image on the right hand side of the ppt sam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 descr="keep everything the same as slide 9 only change the hangman example in black box to &quot;Hangman Example:&#10;&#10;Word: _ _ _ A N&#10;Tries left: 6&#10;&#10;Enter letter: J&#10;Correct guess!&#10;&#10;Word: J _ _ A N&#10;&#10;Enter word: JAPAN&#10;🎉 You guessed the word!&quot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 descr="&quot;Conclusion &amp; References&#10;Conclusion&#10;&#10;This project successfully implements two interactive word games using C programming. It demonstrates effective use of strings, arrays, functions, random number generation, and logical flow control. The modular design ensures readability and easy expansion for future improvements.&#10;&#10;References&#10;&#10;The C Programming Language – Kernighan &amp; Ritchie&#10;&#10;GeeksforGeeks (C Programming Tutorials)&#10;&#10;w3schools – C Programming                                   C Programming Udemy course&quot; maintain theme just replace the text with thi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 descr="maintain the theme, only text on the slide should be &quot;Thank You!&quot; with some simple graphics or images related to unscramble the word and hangma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Shivraj Patil</cp:lastModifiedBy>
  <cp:revision>1</cp:revision>
  <dcterms:modified xsi:type="dcterms:W3CDTF">2026-03-01T05:54:15Z</dcterms:modified>
</cp:coreProperties>
</file>